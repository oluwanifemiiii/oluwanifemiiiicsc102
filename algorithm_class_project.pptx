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0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8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93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10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2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6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3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96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884948B-F5FA-41A0-8E55-D7ED195807B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BBE242B-BF24-49DE-AF3B-8C7CD1DD0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8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8494-F896-41A8-AEB4-FBBD9961A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59" y="1432223"/>
            <a:ext cx="10183887" cy="2760398"/>
          </a:xfrm>
        </p:spPr>
        <p:txBody>
          <a:bodyPr/>
          <a:lstStyle/>
          <a:p>
            <a:r>
              <a:rPr lang="en-US" dirty="0"/>
              <a:t>ALGORITHM CLASS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7EBCA-0049-4891-86CB-8A62C8CA0B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13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3225-DED4-4000-BDC1-F4E2DB9F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40" y="295818"/>
            <a:ext cx="10058400" cy="779964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1 FLOWCHART</a:t>
            </a:r>
          </a:p>
        </p:txBody>
      </p:sp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72A2D573-0103-4BA6-9C29-AF5ED24DA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325" y="1075782"/>
            <a:ext cx="2294525" cy="5365955"/>
          </a:xfrm>
        </p:spPr>
      </p:pic>
    </p:spTree>
    <p:extLst>
      <p:ext uri="{BB962C8B-B14F-4D97-AF65-F5344CB8AC3E}">
        <p14:creationId xmlns:p14="http://schemas.microsoft.com/office/powerpoint/2010/main" val="211154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30A2-B661-483C-821B-624595BB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76477"/>
            <a:ext cx="9450668" cy="793562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1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B7B1B-977E-4A92-9067-23B3D89F2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170039"/>
            <a:ext cx="10058400" cy="40507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START</a:t>
            </a:r>
          </a:p>
          <a:p>
            <a:pPr marL="0" indent="0">
              <a:buNone/>
            </a:pPr>
            <a:r>
              <a:rPr lang="en-US" dirty="0"/>
              <a:t>SET Aminat at (0,0)</a:t>
            </a:r>
          </a:p>
          <a:p>
            <a:pPr marL="0" indent="0">
              <a:buNone/>
            </a:pPr>
            <a:r>
              <a:rPr lang="en-US" dirty="0"/>
              <a:t>MOVE  Aminat to (3,0)</a:t>
            </a:r>
          </a:p>
          <a:p>
            <a:pPr marL="0" indent="0">
              <a:buNone/>
            </a:pPr>
            <a:r>
              <a:rPr lang="en-US" dirty="0"/>
              <a:t>Aminat picks the flower</a:t>
            </a:r>
          </a:p>
          <a:p>
            <a:pPr marL="0" indent="0">
              <a:buNone/>
            </a:pPr>
            <a:r>
              <a:rPr lang="en-US" dirty="0"/>
              <a:t>MOVE Aminat to (3,2)</a:t>
            </a:r>
          </a:p>
          <a:p>
            <a:pPr marL="0" indent="0">
              <a:buNone/>
            </a:pPr>
            <a:r>
              <a:rPr lang="en-US" dirty="0"/>
              <a:t>Aminat PLANTS the flower</a:t>
            </a:r>
          </a:p>
          <a:p>
            <a:pPr marL="0" indent="0">
              <a:buNone/>
            </a:pPr>
            <a:r>
              <a:rPr lang="en-US" dirty="0"/>
              <a:t>PLACE Aminat one space east</a:t>
            </a:r>
          </a:p>
          <a:p>
            <a:pPr marL="0" indent="0">
              <a:buNone/>
            </a:pPr>
            <a:r>
              <a:rPr lang="en-US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676379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504E-F89D-4EAD-A2C6-5738A7CDD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596" y="313600"/>
            <a:ext cx="9568655" cy="744400"/>
          </a:xfrm>
        </p:spPr>
        <p:txBody>
          <a:bodyPr>
            <a:normAutofit fontScale="90000"/>
          </a:bodyPr>
          <a:lstStyle/>
          <a:p>
            <a:r>
              <a:rPr lang="en-US" dirty="0"/>
              <a:t>FLOWCHART FOR PROJECT 2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723569C0-4D1A-4EE4-8764-50514A2D8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989" y="1157287"/>
            <a:ext cx="3080539" cy="5538481"/>
          </a:xfrm>
        </p:spPr>
      </p:pic>
    </p:spTree>
    <p:extLst>
      <p:ext uri="{BB962C8B-B14F-4D97-AF65-F5344CB8AC3E}">
        <p14:creationId xmlns:p14="http://schemas.microsoft.com/office/powerpoint/2010/main" val="331727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3563-6EA1-4BFB-AAA8-F2B6E942D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2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4192-B52B-424F-A659-1F1941018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START</a:t>
            </a:r>
          </a:p>
          <a:p>
            <a:pPr marL="0" indent="0">
              <a:buNone/>
            </a:pPr>
            <a:r>
              <a:rPr lang="en-US" dirty="0"/>
              <a:t>INPUT name</a:t>
            </a:r>
          </a:p>
          <a:p>
            <a:pPr marL="0" indent="0">
              <a:buNone/>
            </a:pPr>
            <a:r>
              <a:rPr lang="en-US" dirty="0"/>
              <a:t>Let X= employee name</a:t>
            </a:r>
          </a:p>
          <a:p>
            <a:pPr marL="0" indent="0">
              <a:buNone/>
            </a:pPr>
            <a:r>
              <a:rPr lang="en-US" dirty="0"/>
              <a:t>If name is in x</a:t>
            </a:r>
          </a:p>
          <a:p>
            <a:pPr marL="0" indent="0">
              <a:buNone/>
            </a:pPr>
            <a:r>
              <a:rPr lang="en-US" dirty="0"/>
              <a:t>PRINT welcome</a:t>
            </a:r>
          </a:p>
          <a:p>
            <a:pPr marL="0" indent="0">
              <a:buNone/>
            </a:pPr>
            <a:r>
              <a:rPr lang="en-US" dirty="0"/>
              <a:t>ELSE PRINT you’re not an employee</a:t>
            </a:r>
          </a:p>
          <a:p>
            <a:pPr marL="0" indent="0">
              <a:buNone/>
            </a:pPr>
            <a:r>
              <a:rPr lang="en-US"/>
              <a:t>STOP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273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5E97-91EC-4B62-964D-39973D88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80" y="327316"/>
            <a:ext cx="9273687" cy="488762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3 FLOWCHART</a:t>
            </a:r>
          </a:p>
        </p:txBody>
      </p:sp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EBF0834E-040F-497E-87FB-65F5D02C3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052" y="1445340"/>
            <a:ext cx="4404851" cy="5085344"/>
          </a:xfrm>
        </p:spPr>
      </p:pic>
    </p:spTree>
    <p:extLst>
      <p:ext uri="{BB962C8B-B14F-4D97-AF65-F5344CB8AC3E}">
        <p14:creationId xmlns:p14="http://schemas.microsoft.com/office/powerpoint/2010/main" val="425527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28DD-63F8-4801-97D4-11B55ECA8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64" y="308683"/>
            <a:ext cx="9784965" cy="754233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3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AAD3-D783-4C5C-A886-8596BD5A2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52" y="1119550"/>
            <a:ext cx="10058400" cy="405079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47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73</TotalTime>
  <Words>77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Rockwell</vt:lpstr>
      <vt:lpstr>Rockwell Condensed</vt:lpstr>
      <vt:lpstr>Wingdings</vt:lpstr>
      <vt:lpstr>Wood Type</vt:lpstr>
      <vt:lpstr>ALGORITHM CLASS PROJECT</vt:lpstr>
      <vt:lpstr>PROJECT 1 FLOWCHART</vt:lpstr>
      <vt:lpstr>PROJECT 1 ALGORITHM</vt:lpstr>
      <vt:lpstr>FLOWCHART FOR PROJECT 2</vt:lpstr>
      <vt:lpstr>PROJECT 2 ALGORITHM</vt:lpstr>
      <vt:lpstr>PROJECT 3 FLOWCHART</vt:lpstr>
      <vt:lpstr>PROJECT 3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CLASS PROJECT</dc:title>
  <dc:creator>Oluwanifemi Ipaye</dc:creator>
  <cp:lastModifiedBy>Oluwanifemi Ipaye</cp:lastModifiedBy>
  <cp:revision>2</cp:revision>
  <dcterms:created xsi:type="dcterms:W3CDTF">2022-03-31T15:03:09Z</dcterms:created>
  <dcterms:modified xsi:type="dcterms:W3CDTF">2022-03-31T16:27:05Z</dcterms:modified>
</cp:coreProperties>
</file>